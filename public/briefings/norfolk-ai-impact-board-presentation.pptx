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196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Gemini_Generated_Image_g961v7g961v7g96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0" y="0"/>
            <a:ext cx="56692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0" y="0"/>
            <a:ext cx="1828800" cy="5143500"/>
          </a:xfrm>
          <a:prstGeom prst="rect">
            <a:avLst/>
          </a:prstGeom>
          <a:solidFill>
            <a:srgbClr val="0F2D2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F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0080" y="914400"/>
            <a:ext cx="64008" cy="237744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914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 AI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Board</a:t>
            </a:r>
            <a:endParaRPr lang="en-US" sz="3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Norfolk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100" i="1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discussion with Norfolk</a:t>
            </a:r>
            <a:endParaRPr lang="en-US" sz="1100" dirty="0"/>
          </a:p>
          <a:p>
            <a:pPr>
              <a:lnSpc>
                <a:spcPct val="135000"/>
              </a:lnSpc>
            </a:pPr>
            <a:r>
              <a:rPr lang="en-US" sz="1100" i="1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00" i="1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usiness </a:t>
            </a:r>
            <a:r>
              <a:rPr lang="en-US" sz="1100" i="1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civic leadership and</a:t>
            </a:r>
            <a:endParaRPr lang="en-US" sz="1100" dirty="0"/>
          </a:p>
          <a:p>
            <a:pPr>
              <a:lnSpc>
                <a:spcPct val="135000"/>
              </a:lnSpc>
            </a:pPr>
            <a:r>
              <a:rPr lang="en-US" sz="1100" i="1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governance stakeholders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Patrick Hussey, Founder @GoodTransformer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3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 to agent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shifting from answering questions to carrying out work. Agents connected to email, CRMs, databases and internal systems are already starting to act in the business world.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economy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changes more than productivity software. It changes cost structures, staffing assumptions, competitive pressure, and the speed at which firms can adapt.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1051560"/>
            <a:ext cx="3474720" cy="3291840"/>
          </a:xfrm>
          <a:prstGeom prst="rect">
            <a:avLst/>
          </a:prstGeom>
          <a:solidFill>
            <a:srgbClr val="0F2D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0" y="1051560"/>
            <a:ext cx="3474720" cy="4572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1732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0" y="2057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300" dirty="0">
                <a:solidFill>
                  <a:srgbClr val="C8D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being offered their own email accounts, credit cards and wikis — enabling multi-step, multi-domain work with limited human oversight.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3657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advice → AI as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catalyst: OpenClaw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377440" cy="2560320"/>
          </a:xfrm>
          <a:prstGeom prst="rect">
            <a:avLst/>
          </a:prstGeom>
          <a:solidFill>
            <a:srgbClr val="1A3B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2377440" cy="4572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9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250K+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 in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4 months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open-source adoption in software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2560320"/>
          </a:xfrm>
          <a:prstGeom prst="rect">
            <a:avLst/>
          </a:prstGeom>
          <a:solidFill>
            <a:srgbClr val="1A3B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377440" cy="4572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9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in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week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grassroots developer interest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377440" cy="2560320"/>
          </a:xfrm>
          <a:prstGeom prst="rect">
            <a:avLst/>
          </a:prstGeom>
          <a:solidFill>
            <a:srgbClr val="1A3B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377440" cy="4572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9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9,000+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on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ClawHub marketplace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growing at extraordinary speed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is an AI 'harness' that lets models use tools and act across software — turning AI agents from demos into deployable systems.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3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Norfolk should pay attention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200400" cy="3474720"/>
          </a:xfrm>
          <a:prstGeom prst="rect">
            <a:avLst/>
          </a:prstGeom>
          <a:solidFill>
            <a:srgbClr val="0F2D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49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370K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jobs in Norfolk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91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share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30.8% GB average)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sectors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4206240" cy="68580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64008" cy="68580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social 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jobs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2514600"/>
            <a:ext cx="4206240" cy="68580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7680" y="2514600"/>
            <a:ext cx="64008" cy="68580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2587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&amp; retail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jobs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383280"/>
            <a:ext cx="4206240" cy="68580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97680" y="3383280"/>
            <a:ext cx="64008" cy="68580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&amp; food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34,000 jobs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4251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rich in scheduling, documentation, customer handling and routine coordination — exactly the work agentic AI is starting to compress.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3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 AI Impact Board could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40480" cy="100584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61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sector impact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508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agentic AI effects on Norfolk's major employers and industries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46320" y="1051560"/>
            <a:ext cx="3840480" cy="100584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161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opportunities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23560" y="1508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early use cases to raise local productivity and competitiveness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2286000"/>
            <a:ext cx="3840480" cy="100584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514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395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workforce implications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skills, education and employment effects across the county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46320" y="2286000"/>
            <a:ext cx="3840480" cy="100584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5146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2395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 on governance &amp; security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2356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responsible adoption and manage emerging cyber risks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3520440"/>
            <a:ext cx="3840480" cy="1005840"/>
          </a:xfrm>
          <a:prstGeom prst="rect">
            <a:avLst/>
          </a:prstGeom>
          <a:solidFill>
            <a:srgbClr val="EDE6D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7490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3630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shared Norfolk view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41732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3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where support, experimentation or intervention is needed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194560"/>
          </a:xfrm>
          <a:prstGeom prst="rect">
            <a:avLst/>
          </a:prstGeom>
          <a:solidFill>
            <a:srgbClr val="1A3B3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008" cy="2194560"/>
          </a:xfrm>
          <a:prstGeom prst="rect">
            <a:avLst/>
          </a:prstGeom>
          <a:solidFill>
            <a:srgbClr val="B865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 longer whether AI will affect Norfolk.</a:t>
            </a:r>
            <a:endParaRPr lang="en-US" sz="1700" dirty="0"/>
          </a:p>
          <a:p>
            <a:pPr marL="0" indent="0">
              <a:lnSpc>
                <a:spcPct val="145000"/>
              </a:lnSpc>
              <a:buNone/>
            </a:pPr>
            <a:endParaRPr lang="en-US" sz="17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whether Norfolk wants to face the next phase passively — or with a serious mechanism for understanding and shaping 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9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Impact Board would be a modest step, but a timely 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388</Words>
  <Application>Microsoft Macintosh PowerPoint</Application>
  <PresentationFormat>On-screen Show (16:9)</PresentationFormat>
  <Paragraphs>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Case for an AI Impact Board for Norfolk</dc:title>
  <dc:subject>PptxGenJS Presentation</dc:subject>
  <dc:creator>Norfolk AI Impact Board</dc:creator>
  <cp:lastModifiedBy>Patrick Hussey</cp:lastModifiedBy>
  <cp:revision>4</cp:revision>
  <dcterms:created xsi:type="dcterms:W3CDTF">2026-04-09T20:04:22Z</dcterms:created>
  <dcterms:modified xsi:type="dcterms:W3CDTF">2026-04-10T12:11:43Z</dcterms:modified>
</cp:coreProperties>
</file>